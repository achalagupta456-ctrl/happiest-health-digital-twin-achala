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GlucoTwin — A Digital Twin for Proactive Glucose-Spike 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/>
            </a:pPr>
            <a:r>
              <a:t>• Happiest Health Digital Twin Challenge 2026</a:t>
            </a:r>
          </a:p>
          <a:p>
            <a:pPr>
              <a:spcAft>
                <a:spcPts val="800"/>
              </a:spcAft>
              <a:defRPr sz="2200" b="0"/>
            </a:pPr>
            <a:r>
              <a:t>• Achala Gupta | VGSoM, IIT Kharagpur</a:t>
            </a:r>
          </a:p>
          <a:p>
            <a:pPr>
              <a:spcAft>
                <a:spcPts val="800"/>
              </a:spcAft>
              <a:defRPr sz="2200" b="0"/>
            </a:pPr>
            <a:r>
              <a:t>• Working proof-of-concept: historical + dynamic signals → patient state → 2-hour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Healthcare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• Diabetes monitoring is often retrospective.</a:t>
            </a:r>
          </a:p>
          <a:p>
            <a:pPr>
              <a:spcAft>
                <a:spcPts val="800"/>
              </a:spcAft>
              <a:defRPr sz="1800" b="0"/>
            </a:pPr>
            <a:r>
              <a:t>• GlucoTwin combines historical patient context with current physiological and behavioral signals.</a:t>
            </a:r>
          </a:p>
          <a:p>
            <a:pPr>
              <a:spcAft>
                <a:spcPts val="800"/>
              </a:spcAft>
              <a:defRPr sz="1800" b="0"/>
            </a:pPr>
            <a:r>
              <a:t>• Target outcome: probability of a high-glucose event in the next 2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Healthcare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• Type 2 diabetes risk management.</a:t>
            </a:r>
          </a:p>
          <a:p>
            <a:pPr>
              <a:spcAft>
                <a:spcPts val="800"/>
              </a:spcAft>
              <a:defRPr sz="1800" b="0"/>
            </a:pPr>
            <a:r>
              <a:t>• Historical: age, BMI, HbA1c, diabetes duration, BP, family history, adherence and baseline glucose.</a:t>
            </a:r>
          </a:p>
          <a:p>
            <a:pPr>
              <a:spcAft>
                <a:spcPts val="800"/>
              </a:spcAft>
              <a:defRPr sz="1800" b="0"/>
            </a:pPr>
            <a:r>
              <a:t>• Dynamic: glucose, slope, trajectory, heart rate, HRV, activity and sleep.</a:t>
            </a:r>
          </a:p>
          <a:p>
            <a:pPr>
              <a:spcAft>
                <a:spcPts val="800"/>
              </a:spcAft>
              <a:defRPr sz="1800" b="0"/>
            </a:pPr>
            <a:r>
              <a:t>• Output: 2-hour probability + LOW / MODERATE / HIGH tier for clinician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What Makes It a Digital Twin?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• Static patient profile + dynamic observations + feature fusion + repeated state updates + time-bound prediction.</a:t>
            </a:r>
          </a:p>
          <a:p>
            <a:pPr>
              <a:spcAft>
                <a:spcPts val="800"/>
              </a:spcAft>
              <a:defRPr sz="1800" b="0"/>
            </a:pPr>
            <a:r>
              <a:t>• The patient's represented state can change as new observations arrive.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• Historical/EHR + dynamic stream → feature engineering → digital-twin state vector → ML prediction → risk output → clinician dashboard → human review.</a:t>
            </a:r>
          </a:p>
          <a:p>
            <a:pPr>
              <a:spcAft>
                <a:spcPts val="800"/>
              </a:spcAft>
              <a:defRPr sz="1800" b="0"/>
            </a:pPr>
            <a:r>
              <a:t>• Patient-level splitting reduces leakage across longitudinal observations.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• Python 3.11+, Pandas, NumPy, scikit-learn, Streamlit, Plotly and Joblib.</a:t>
            </a:r>
          </a:p>
          <a:p>
            <a:pPr>
              <a:spcAft>
                <a:spcPts val="800"/>
              </a:spcAft>
              <a:defRPr sz="1800" b="0"/>
            </a:pPr>
            <a:r>
              <a:t>• Reproducible synthetic data generator and public GitHub codebase.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AI / ML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• Logistic Regression baseline; Random Forest primary comparison.</a:t>
            </a:r>
          </a:p>
          <a:p>
            <a:pPr>
              <a:spcAft>
                <a:spcPts val="800"/>
              </a:spcAft>
              <a:defRPr sz="1800" b="0"/>
            </a:pPr>
            <a:r>
              <a:t>• Temporal glucose statistics plus activity, HR, HRV and static profile features.</a:t>
            </a:r>
          </a:p>
          <a:p>
            <a:pPr>
              <a:spcAft>
                <a:spcPts val="800"/>
              </a:spcAft>
              <a:defRPr sz="1800" b="0"/>
            </a:pPr>
            <a:r>
              <a:t>• Metrics: ROC-AUC, PR-AUC, precision, recall and F1.</a:t>
            </a:r>
          </a:p>
          <a:p>
            <a:pPr>
              <a:spcAft>
                <a:spcPts val="800"/>
              </a:spcAft>
              <a:defRPr sz="1800" b="0"/>
            </a:pPr>
            <a:r>
              <a:t>• Synthetic-data results are development evidence, not clinical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Live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• Run: streamlit run app.py</a:t>
            </a:r>
          </a:p>
          <a:p>
            <a:pPr>
              <a:spcAft>
                <a:spcPts val="800"/>
              </a:spcAft>
              <a:defRPr sz="1800" b="0"/>
            </a:pPr>
            <a:r>
              <a:t>• Dashboard shows 2-hour risk, current glucose, HbA1c, trajectory, historical profile and dynamic signals.</a:t>
            </a:r>
          </a:p>
          <a:p>
            <a:pPr>
              <a:spcAft>
                <a:spcPts val="800"/>
              </a:spcAft>
              <a:defRPr sz="1800" b="0"/>
            </a:pPr>
            <a:r>
              <a:t>• Human review remains mandatory.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Outcomes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• End-to-end PoC: generation → feature fusion → validation → model selection → prediction → dashboard.</a:t>
            </a:r>
          </a:p>
          <a:p>
            <a:pPr>
              <a:spcAft>
                <a:spcPts val="800"/>
              </a:spcAft>
              <a:defRPr sz="1800" b="0"/>
            </a:pPr>
            <a:r>
              <a:t>• Static and dynamic data are fused into a patient-specific state.</a:t>
            </a:r>
          </a:p>
          <a:p>
            <a:pPr>
              <a:spcAft>
                <a:spcPts val="800"/>
              </a:spcAft>
              <a:defRPr sz="1800" b="0"/>
            </a:pPr>
            <a:r>
              <a:t>• Risk is localized to the next 2 hours.</a:t>
            </a:r>
          </a:p>
          <a:p>
            <a:pPr>
              <a:spcAft>
                <a:spcPts val="800"/>
              </a:spcAft>
              <a:defRPr sz="1800" b="0"/>
            </a:pPr>
            <a:r>
              <a:t>• Next step: validate on de-identified real longitudinal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Safety &amp; Responsible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• No diagnosis, prescribing or autonomous treatment.</a:t>
            </a:r>
          </a:p>
          <a:p>
            <a:pPr>
              <a:spcAft>
                <a:spcPts val="800"/>
              </a:spcAft>
              <a:defRPr sz="1800" b="0"/>
            </a:pPr>
            <a:r>
              <a:t>• Before deployment: external validation, calibration, subgroup analysis, prospective evaluation, privacy/security controls and clinical governance.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Scale-Up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• Connect validated feeds → calibrate thresholds → personalize baselines → monitor drift/fairness/calibration → prospective outcome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/>
            </a:pPr>
            <a:r>
              <a:t>• Historical context + dynamic signals</a:t>
            </a:r>
          </a:p>
          <a:p>
            <a:pPr>
              <a:spcAft>
                <a:spcPts val="800"/>
              </a:spcAft>
              <a:defRPr sz="2200" b="0"/>
            </a:pPr>
            <a:r>
              <a:t>• → patient-specific digital state</a:t>
            </a:r>
          </a:p>
          <a:p>
            <a:pPr>
              <a:spcAft>
                <a:spcPts val="800"/>
              </a:spcAft>
              <a:defRPr sz="2200" b="0"/>
            </a:pPr>
            <a:r>
              <a:t>• → 2-hour risk prediction</a:t>
            </a:r>
          </a:p>
          <a:p>
            <a:pPr>
              <a:spcAft>
                <a:spcPts val="800"/>
              </a:spcAft>
              <a:defRPr sz="2200" b="0"/>
            </a:pPr>
            <a:r>
              <a:t>• → clinician review</a:t>
            </a:r>
          </a:p>
          <a:p>
            <a:pPr>
              <a:spcAft>
                <a:spcPts val="800"/>
              </a:spcAft>
              <a:defRPr sz="2200" b="0"/>
            </a:pPr>
            <a:r>
              <a:t>• GlucoTwin turns fragmented health signals into a continuously updated risk state.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