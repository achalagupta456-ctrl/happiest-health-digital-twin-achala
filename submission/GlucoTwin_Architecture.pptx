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GlucoTwin — A Digital Twin for Proactive Glucose-Spike Risk Management —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Historical / EHR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Dynamic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Feature 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01752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AI / 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01752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2-hour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Clinician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66344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Human-in-the-loop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663440"/>
            <a:ext cx="301752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Validation &amp;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